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Investigación de incidente y monitoreo de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Del ataque a la recuperación: kill chain, MITRE ATT&amp;CK y el blue team custodiando las copias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Investigas un ransomware real con Wazuh (SIEM) y Velociraptor (DFIR), y entregas un informe forense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Módulo 92-EAN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1h teoría + 1h laboratorio  ·  Sesión de cierre del módulo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equipo azul: detectar el ataque, custodiar los backups, responder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Cómo operan los atacantes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El ransomware moderno es una operación: acceso, movimiento, impacto.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 kill chain y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 cadena de un ataque a backups, técnica por técnica.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BKP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Qué backups monitorear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Full, incremental, snapshots, WORM, offline: qué vigilar y por qué.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Custodiar y detectar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3-2-1-1-0, inmutabilidad, FIM y el SIEM que avisa.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SIEM + hunting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Wazuh detecta la cadena; Velociraptor confirma el backup corrupto.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 + informe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Investigas el caso Locked3D y entregas un informe forense.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estrella polar (el equipo azul)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pregunta del custodio de los backups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737360"/>
            <a:ext cx="9601200" cy="14173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rIns="36576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«El atacante ya está dentro y va por los backups. ¿Cómo detecto su cadena a tiempo, protejo las copias para que no las destruya, y demuestro con evidencia qué pasó?»</a:t>
            </a:r>
          </a:p>
        </p:txBody>
      </p:sp>
      <p:sp>
        <p:nvSpPr>
          <p:cNvPr id="5" name="Oval 4"/>
          <p:cNvSpPr/>
          <p:nvPr/>
        </p:nvSpPr>
        <p:spPr>
          <a:xfrm>
            <a:off x="1600200" y="214884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Detectar la cadena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El comportamiento del ransomware lo delata en el SIEM.</a:t>
            </a:r>
          </a:p>
        </p:txBody>
      </p:sp>
      <p:sp>
        <p:nvSpPr>
          <p:cNvPr id="7" name="Oval 6"/>
          <p:cNvSpPr/>
          <p:nvPr/>
        </p:nvSpPr>
        <p:spPr>
          <a:xfrm>
            <a:off x="1618488" y="3749039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361188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Custodiar la copia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Inmutable (WORM) + monitoreada: existe y avisa si la atacan.</a:t>
            </a:r>
          </a:p>
        </p:txBody>
      </p:sp>
      <p:sp>
        <p:nvSpPr>
          <p:cNvPr id="9" name="Oval 8"/>
          <p:cNvSpPr/>
          <p:nvPr/>
        </p:nvSpPr>
        <p:spPr>
          <a:xfrm>
            <a:off x="4462272" y="3749039"/>
            <a:ext cx="548640" cy="54864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61188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Probar con evidencia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Hash, entropía, YARA: qué backup sirve y cuál está corrupto.</a:t>
            </a:r>
          </a:p>
        </p:txBody>
      </p:sp>
      <p:sp>
        <p:nvSpPr>
          <p:cNvPr id="11" name="Oval 10"/>
          <p:cNvSpPr/>
          <p:nvPr/>
        </p:nvSpPr>
        <p:spPr>
          <a:xfrm>
            <a:off x="7306056" y="3749039"/>
            <a:ext cx="548640" cy="548640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9992" y="361188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Responder y aprender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Informe forense: timeline, MITRE, recuperación.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0" y="3749039"/>
            <a:ext cx="548640" cy="548640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 la Sesión 4 a la Sesión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 construir la bóveda a investigar el ataque y custodiarla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Sesión 4 · bóveda inmutable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Construiste la copia WORM que resiste el borrado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Sabes DESDE DÓNDE restaurar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protección existe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Pero ¿cómo te enteras de que te atacan? ¿qué pasó?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Sesión 5 · investigación y monitoreo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Detectas la kill chain en el SIEM (Wazuh)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Cazas el backup corrupto con DFIR (Velociraptor)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Monitoreas la bóveda: el SIEM avisa del ataque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Respondes con un informe forense (timeline + MITRE)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Cómo operan los atacantes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ransomware moderno no es un virus: es una OPERACIÓN por etapas</a:t>
            </a:r>
          </a:p>
        </p:txBody>
      </p:sp>
      <p:pic>
        <p:nvPicPr>
          <p:cNvPr id="4" name="Picture 3" descr="n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Centro de operaciones · Wikimedia Commons · CC BY-SA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1 · Acceso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Phishing, credenciales robadas, RDP expuesto. Entran como un usuario válido.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2432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2 · Reconocimiento y movimiento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Buscan el Directorio Activo, los servidores… y las consolas de BACKUP.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3 · Escalada y persistencia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989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Roban credenciales de admin. Ahora tienen las llaves del reino.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0682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4 · Anti-recuperación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8114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Borran shadow copies y atacan los backups: para que TENGAS que pagar.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4807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5 · Cifrado e 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223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Cifran producción y backups; dejan la nota. Doble extorsión: además exfiltran.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kill chain del caso Locked3D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cadena que investigas hoy — cada eslabón deja un rastro en el SIEM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PHISHING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Word → macro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T1204.002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58568" y="2276856"/>
            <a:ext cx="256032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146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POWERSHELL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-enc ofuscado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T1059.001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15968" y="2276856"/>
            <a:ext cx="256032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PAYLOAD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l3d_core.exe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T1204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3368" y="2276856"/>
            <a:ext cx="256032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ANTI-RECUP.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del. shadows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T1490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30768" y="2276856"/>
            <a:ext cx="256032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ANTI-FORENSE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wevtutil 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T1070.001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488168" y="2276856"/>
            <a:ext cx="256032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44200" y="196596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CIFRADO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*.locked3d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29260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T1486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79476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🎯 El objetivo real: el backup de la BD  (D:\backups\db\produccion_2026-08-19.bak.locked3d)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80760" y="2880360"/>
            <a:ext cx="2697480" cy="914400"/>
          </a:xfrm>
          <a:prstGeom prst="line">
            <a:avLst/>
          </a:prstGeom>
          <a:ln w="2540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El atacante recorre la cadena en minutos, y ANTES de cifrar producción va por la recuperación (T1490) y borra los logs (T1070.001). Cada acción genera un evento — si el SIEM ya los tiene, la cadena queda al descubierto. Esa es tu ventaja como analista.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MITRE ATT&amp;CK: el idioma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Mapear cada acción a una técnica te da lenguaje, detección y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TÁCTICA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EN EL CASO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T1204.002 · Archivo malicioso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El usuario abre el señuelo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109728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Ejecución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15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T1059.001 · 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15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Script ofuscado -enc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36976"/>
            <a:ext cx="109728" cy="45720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8269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T1490 · Inhibir la recuperación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826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vssadmin / bcdedit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03904"/>
            <a:ext cx="109728" cy="457200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49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Evasión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8496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T1070.001 · Borrar logs de eventos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49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wevtutil 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70832"/>
            <a:ext cx="109728" cy="45720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Impacto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4165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T1486 · Cifrado para impacto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16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.locked3d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37760"/>
            <a:ext cx="109728" cy="45720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983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T1071 · Protocolo de aplicación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.onion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Las técnicas de Impacto (T1490, T1486) son las que el atacante NO puede evitar: son su objetivo. Por eso son las más fiables para detectar — y las que el blue team vigila sobre los backups.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Por qué el backup es el primer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Sin recuperación, la víctima paga. El atacante lo sabe.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93%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 los ataques de ransomware intentan destruir los backups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T1490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«Inhibir la recuperación»: shadow copies, catálogos, consolas de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1ero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los backups se atacan ANTES de cifrar producción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9992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 inmutable + monitoreada basta para no pagar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La consecuencia para el equipo azul: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backup dejó de ser 'la última red de seguridad' y pasó a ser un ACTIVO que se ataca activamente. Hay que custodiarlo como se custodia producción.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Custodiar = inmutabilidad (no se puede destruir) + monitoreo (el SIEM avisa del intento) + verificación (sabes que la copia sirve).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Fuente: Veeam Ransomware Trends 2023 (cifras redondeadas).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Qué tipos de backup hay que monitorear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No todos protegen igual — el blue team vigila según el riesgo</a:t>
            </a:r>
          </a:p>
        </p:txBody>
      </p:sp>
      <p:pic>
        <p:nvPicPr>
          <p:cNvPr id="4" name="Picture 3" descr="tape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611880"/>
            <a:ext cx="3429000" cy="2619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6217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Medios de backup · Wikimedia Commons · CC BY-SA 4.0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146304" cy="146304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Full / Incremental / Diferencial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La copia base y sus cambios. Vigila borrados masivos y cambios de programación.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78608"/>
            <a:ext cx="146304" cy="146304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Snapshots (ZFS, VSS, storage)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Rápidos de restaurar, pero viven en el mismo sistema: vigila su borrado (T1490).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19856"/>
            <a:ext cx="146304" cy="146304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Inmutables / WORM (Object Lock)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No se pueden alterar en su retención. Vigila intentos de borrado y de acortar la retención.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61104"/>
            <a:ext cx="146304" cy="146304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Offline / Air-gapped / Cinta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Desconectados: el mejor seguro. Vigila el acceso físico y las ventanas de conexión.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02352"/>
            <a:ext cx="146304" cy="146304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Backups en la nube (S3, Azure)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009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Vigila claves, políticas y borrados vía API; activa MFA-delete y versionado.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Cómo custodia el blue team los backups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Cuatro capas — ninguna basta sola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3-2-1-1-0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3 copias, 2 medios, 1 fuera, 1 INMUTABLE, 0 errores al verificar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2424" y="182880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Inmutabilidad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WORM / Object Lock: aunque roben las llaves, la copia no se destruye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2880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Monitoreo (SIEM)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El SIEM alerta de intentos de borrado, cambios de retención, operaciones raras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82880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FIM + verificación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Integridad de archivos (AIDE/Wazuh) + probar la restauración (hashes)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9992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La combinación es la clave: inmutabilidad SIN monitoreo = no sabes que te atacan; monitoreo SIN inmutabilidad = ves el ataque pero pierdes el dato. En el lab montas las dos y ves el ataque rebotar por WORM y aparecer como alerta en Wazuh.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Detectar la amenaza: el SIEM (Wazuh)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comportamiento del ransomware lo delata — si lo sabes buscar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Lo que el ransomware DEBE hacer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Borrar shadow copies (T1490)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Deshabilitar la recuperación (bcdedit)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Limpiar logs de eventos (T1070.001)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Crear archivos cifrados en masa (T1486)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Intentar borrar la bóveda de backups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Cómo lo detecta Wazuh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Reglas sobre esos comandos y patrones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Cada regla mapeada a MITRE ATT&amp;CK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Alertas por nivel de severidad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Correlación por host y línea de tiempo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Monitoreo del audit-log de MinIO (bóveda)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Clave: no persigues hashes (que cambian), persigues COMPORTAMIENTO (que el atacante no puede evitar). Es lo más caro de cambiar para él — y lo más fiable para 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Confirmar con evidencia: DFIR (Velociraptor)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SIEM dice 'atacaron el backup'; el hunting prueba CUÁL y con qué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Recolectar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Artefactos del endpoint: inventario y hash (SHA-256) de los backups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78808" y="2468880"/>
            <a:ext cx="274320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2271" y="18288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Medir entropía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Un backup cifrado se acerca a 8.0; uno normal ~5 (Sesión 2)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000999" y="2468880"/>
            <a:ext cx="274320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4462" y="18288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Escanear con YARA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La regla de la Sesión 3 confirma la familia Locked3D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 resultado que buscas — con evidencia, no con corazonadas: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Backup CORRUPTO: produccion_2026-08-19.bak.locked3d → entropía ~8.0 + hit YARA Locked3D. Descártalo.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Backup LIMPIO: produccion_2026-08-18.bak → entropía baja, sin hit. Restaura desde aquí, verificando hashes.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Esa distinción, defendida con hash + entropía + YARA, es el corazón del informe. Un analista no dice 'creo': prueba.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Cuando ya hay data corrupta: cómo recuperarse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prevención reduce el daño; el plan de recuperación lo repara — sin improvisar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1 · Confirma el alcance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Qué está corrupto/cifrado, con evidencia (entropía, hash, YARA). No restaures a ciegas.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28016" cy="82296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2 · Aísla y preserva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No toques el sistema comprometido: contén la propagación y guarda la evidencia.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128016" cy="82296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3 · Elige la copia limpia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La última versión INMUTABLE anterior al incidente (bóveda WORM). Nunca del host atacado.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128016" cy="82296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4 · Verifica ANTES de restaurar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Hashes contra el manifiesto: el '0' de 3-2-1-1-0. Una copia sin verificar es una promesa.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128016" cy="82296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6060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5 · Restaura aislado y valida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En entorno limpio; prueba la aplicación antes de reconectar a la 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606040"/>
            <a:ext cx="128016" cy="82296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257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6 · Mide RTO/RPO y documenta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Cuánto tardaste y cuánto dato perdiste; queda en el informe.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520440"/>
            <a:ext cx="128016" cy="822960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La idea que se llevan: monitorear y prevenir REDUCE el daño; pero cuando el daño ya ocurrió, la recuperación confiable sale de una copia INMUTABLE y VERIFICADA, jamás del sistema atacado. Detectar rápido (SIEM) acorta el RTO; tener la copia intocable (WORM) acota el RPO.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flujo de investigación (lab de hoy)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Cuatro fases, todas con evidencia — y todo con software libre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① TRIAGE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Wazuh: kill chain + MITRE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44952" y="2807208"/>
            <a:ext cx="384048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40" y="23774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② HUNTING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Velociraptor: backup corrupto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62472" y="2807208"/>
            <a:ext cx="384048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23774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③ MONITOREO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MinIO WORM → alerta en SIEM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79992" y="2807208"/>
            <a:ext cx="384048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55480" y="2377440"/>
            <a:ext cx="2194560" cy="114300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④ INFORME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forense: timeline + MITRE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Cada fase alimenta la siguiente: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SIEM te da la cadena y el host objetivo → el hunting confirma qué copia está corrupta → el monitoreo demuestra que la bóveda avisa y resiste → el informe lo deja todo registrado para dirección y para el próximo analista.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1">
                <a:solidFill>
                  <a:srgbClr val="1E7C3C"/>
                </a:solidFill>
                <a:latin typeface="Calibri"/>
              </a:rPr>
              <a:t>Es el trabajo real de un analista de ciber-recuperación: detectar, probar, custodiar y comunicar.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(2ª hora)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Investigas el caso Locked3D en el SOC del curso y entregas tu informe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Triage en Wazuh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Entras al SIEM, reconstruyes la kill chain y las técnicas MITRE, e identificas el backup objetivo.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Hunting con Velociraptor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DFIR en tu VM: identificas el backup corrupto con hash + entropía + YARA.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Monitoreo + informe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Atacas tu propia bóveda y ves la alerta; entregas el informe forense.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Entorno: Wazuh y MinIO en la nube del curso (entras por navegador con tu usuario read-only); Velociraptor corre local en tu VM. Todo el caso es sintético — la familia Locked3D es del curso, no una amenaza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entregable: un informe forense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separa a un analista de un operador de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Tu informe debe contener: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Resumen ejecutivo (para dirección, sin jerga).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Línea de tiempo del incidente, con horas y fuentes.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Hipótesis: las que consideraste y cuál confirmaste.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Hallazgos: kill chain, IOCs y el backup corrupto vs limpio (con evidencia).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Técnicas MITRE ATT&amp;CK mapeadas a eventos reales.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Recomendaciones de recuperación y de monitoreo.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4983480" cy="402336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Cómo entregarlo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Usa la plantilla del módulo (estilo forense).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Súbelo al repositorio en la carpeta informes/ con el nombre nombre-y-dependencia.md (o .pdf).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Ej.: juan-perez-contabilidad.md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Un informe por persona, basado en evidencia (hashes, queries, salidas).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Cierre del módulo · el arsenal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Cinco sesiones, un ciclo de ciber-recuperación de punta a punta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S1 · Forense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entender el ataque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4328" y="260604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3784" y="182880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S2 · Integridad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hallar la copia limpia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19472" y="260604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38928" y="182880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S3 · Detección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cazar la familia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14616" y="260604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34072" y="182880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S4 · Bóveda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 intocable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260604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29216" y="182880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S5 · Investigar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detectar, custodiar, responder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 hilo conductor: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Herramientas abiertas (Wazuh, Velociraptor, YARA/Sigma, MinIO): un SOC completo sin licencias.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comportamiento manda: se detecta lo que el atacante no puede evitar (T1490, T1486), no hashes que cambian.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Del ataque a la recuperación confiable: detectar, custodiar lo inmutable, probar con evidencia y comunicar.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 i="1">
                <a:solidFill>
                  <a:srgbClr val="1E7C3C"/>
                </a:solidFill>
                <a:latin typeface="Calibri"/>
              </a:rPr>
              <a:t>Ahora tienes un pipeline de ciber-recuperación que puedes montar y operar entero con software libre.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Sesión 5 · Investigación de incidente y monitoreo de backups (92-EAN)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