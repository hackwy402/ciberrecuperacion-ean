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1-image-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3-image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Relationship Id="rId6" Type="http://schemas.openxmlformats.org/officeDocument/2006/relationships/image" Target="../media/image-3-5.png"/><Relationship Id="rId7" Type="http://schemas.openxmlformats.org/officeDocument/2006/relationships/image" Target="../media/image-3-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4-image-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5-image-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13-image-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3-image-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13-image-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3-image-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14-image-1.png"/><Relationship Id="rId3" Type="http://schemas.openxmlformats.org/officeDocument/2006/relationships/image" Target="../media/image-14-2.png"/><Relationship Id="rId4" Type="http://schemas.openxmlformats.org/officeDocument/2006/relationships/image" Target="../media/image-14-3.png"/><Relationship Id="rId5" Type="http://schemas.openxmlformats.org/officeDocument/2006/relationships/image" Target="../media/image-14-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14-image-1.png"/><Relationship Id="rId3" Type="http://schemas.openxmlformats.org/officeDocument/2006/relationships/image" Target="../media/image-14-2.png"/><Relationship Id="rId4" Type="http://schemas.openxmlformats.org/officeDocument/2006/relationships/image" Target="../media/image-14-3.png"/><Relationship Id="rId5" Type="http://schemas.openxmlformats.org/officeDocument/2006/relationships/image" Target="../media/image-14-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3-image-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4-image-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5-image-1.png"/><Relationship Id="rId3" Type="http://schemas.openxmlformats.org/officeDocument/2006/relationships/image" Target="../media/image-25-2.png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22960" y="1143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variantes con IA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7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YARA y Sigma desde informes CTI, con LLM local y validación — a prueba de variantes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informe de amenaza a la regla funcional que caza a toda la familia, no a un solo archivo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Jawy Andrés Romero Pinto   ·  Módulo 92-EAN · Universidad Ean · Educación Continua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  ·  1h teoría + 1h laboratorio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sesión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informe de inteligencia (CTI) a reglas de detección validadas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566928" cy="566928"/>
          </a:xfrm>
          <a:prstGeom prst="ellipse">
            <a:avLst/>
          </a:prstGeom>
          <a:solidFill>
            <a:srgbClr val="0A2A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373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6362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Sesión 2 a la 3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54480" y="1892808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qué está dañado a quién fue y sus variantes.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2395728"/>
            <a:ext cx="566928" cy="566928"/>
          </a:xfrm>
          <a:prstGeom prst="ellipse">
            <a:avLst/>
          </a:prstGeom>
          <a:solidFill>
            <a:srgbClr val="0A6E8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53288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35915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pirámide del dolor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554480" y="2688336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le cuesta cambiar al actor: de hash a TTPs.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22960" y="3191256"/>
            <a:ext cx="566928" cy="566928"/>
          </a:xfrm>
          <a:prstGeom prst="ellipse">
            <a:avLst/>
          </a:prstGeom>
          <a:solidFill>
            <a:srgbClr val="B4232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32841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1546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YARA: firmas estáticas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54480" y="3483864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Anatomía: meta, strings (texto/hex) y condition.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" y="3986784"/>
            <a:ext cx="566928" cy="566928"/>
          </a:xfrm>
          <a:prstGeom prst="ellipse">
            <a:avLst/>
          </a:prstGeom>
          <a:solidFill>
            <a:srgbClr val="8A5A0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123944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395020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Sigma: comportamiento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554480" y="4279392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'YARA de los logs'; una regla, N SIEMs.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822960" y="4782312"/>
            <a:ext cx="566928" cy="566928"/>
          </a:xfrm>
          <a:prstGeom prst="ellipse">
            <a:avLst/>
          </a:prstGeom>
          <a:solidFill>
            <a:srgbClr val="0E7A3C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919472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54480" y="474573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que escribe reglas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554480" y="5074920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 con LLM local + auditoría con banco de pruebas.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822960" y="5577840"/>
            <a:ext cx="566928" cy="566928"/>
          </a:xfrm>
          <a:prstGeom prst="ellipse">
            <a:avLst/>
          </a:prstGeom>
          <a:solidFill>
            <a:srgbClr val="6D1B7B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5715000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554480" y="554126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(2ª hora)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1554480" y="5870448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Locked3D: YARA, Sigma y copiloto auditado.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  ·  educación continua   |   Sesión 3 · Detección de variantes con IA (92-EAN)</a:t>
            </a:r>
            <a:pPr algn="l" indent="0" marL="0">
              <a:buNone/>
            </a:pPr>
            <a:pPr algn="l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estrella polar (variantes)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del curso, cuando el actor recompila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280160" y="1828800"/>
            <a:ext cx="9601200" cy="1554480"/>
          </a:xfrm>
          <a:prstGeom prst="roundRect">
            <a:avLst>
              <a:gd name="adj" fmla="val 8235"/>
            </a:avLst>
          </a:prstGeom>
          <a:solidFill>
            <a:srgbClr val="0A2A6B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2860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0320" y="19659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«El ransomware volvió con otra cara: ¿cómo detecto a TODA la familia —presente y futura— sin marcar lo legítimo?»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3703320"/>
            <a:ext cx="256946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513332" y="3959352"/>
            <a:ext cx="640080" cy="640080"/>
          </a:xfrm>
          <a:prstGeom prst="ellipse">
            <a:avLst/>
          </a:prstGeom>
          <a:solidFill>
            <a:srgbClr val="0A6E8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780" y="4114800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4727448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Cazar familias, no archivos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85800" y="5029200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hash detecta un archivo; una regla, la familia.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392424" y="3703320"/>
            <a:ext cx="256946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57116" y="3959352"/>
            <a:ext cx="640080" cy="640080"/>
          </a:xfrm>
          <a:prstGeom prst="ellipse">
            <a:avLst/>
          </a:prstGeom>
          <a:solidFill>
            <a:srgbClr val="6D1B7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2564" y="4114800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02152" y="4727448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que duelen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529584" y="5029200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lo caro de cambiar: formato, mutex, TTPs.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236208" y="3703320"/>
            <a:ext cx="256946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00900" y="3959352"/>
            <a:ext cx="640080" cy="640080"/>
          </a:xfrm>
          <a:prstGeom prst="ellipse">
            <a:avLst/>
          </a:prstGeom>
          <a:solidFill>
            <a:srgbClr val="0E7A3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6348" y="4114800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45936" y="4727448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contra lo benigno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373368" y="5029200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regla sin banco de pruebas es una promesa.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9079992" y="3703320"/>
            <a:ext cx="256946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044684" y="3959352"/>
            <a:ext cx="640080" cy="640080"/>
          </a:xfrm>
          <a:prstGeom prst="ellipse">
            <a:avLst/>
          </a:prstGeom>
          <a:solidFill>
            <a:srgbClr val="0B3FA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0132" y="4114800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189720" y="4727448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Copiloto, no piloto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9217152" y="5029200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redacta; el validador y tú deciden.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  ·  educación continua   |   Sesión 3 · Detección de variantes con IA (92-EAN)</a:t>
            </a:r>
            <a:pPr algn="l" indent="0" marL="0">
              <a:buNone/>
            </a:pPr>
            <a:pPr algn="l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Sesión 2 a la Sesión 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archivo dañado al actor que lo dañó — y sus variantes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· integridad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000" y="265176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del backup completo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Entropía, magic y hashing difuso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QUÉ está dañado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HALLAR la copia limpia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0" y="3383280"/>
            <a:ext cx="502920" cy="457200"/>
          </a:xfrm>
          <a:prstGeom prst="rightArrow">
            <a:avLst/>
          </a:prstGeom>
          <a:solidFill>
            <a:srgbClr val="9AA6B5"/>
          </a:solidFill>
          <a:ln/>
        </p:spPr>
      </p:sp>
      <p:sp>
        <p:nvSpPr>
          <p:cNvPr id="8" name="Shape 6"/>
          <p:cNvSpPr/>
          <p:nvPr/>
        </p:nvSpPr>
        <p:spPr>
          <a:xfrm>
            <a:off x="6263640" y="182880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EAF7EF"/>
          </a:solidFill>
          <a:ln w="19050">
            <a:solidFill>
              <a:srgbClr val="0E7A3C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· detección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766560" y="265176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daño al ACTOR: caso Locked3D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YARA (archivos) y Sigma (logs)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QUIÉN fue y dónde más está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CAZAR variantes futuras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  ·  educación continua   |   Sesión 3 · Detección de variantes con IA (92-EAN)</a:t>
            </a:r>
            <a:pPr algn="l" indent="0" marL="0">
              <a:buNone/>
            </a:pPr>
            <a:pPr algn="l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reto: el actor recompila más rápido que tú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hash caza UN archivo — tú necesitas cazar la familia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567864" cy="1645920"/>
          </a:xfrm>
          <a:prstGeom prst="roundRect">
            <a:avLst>
              <a:gd name="adj" fmla="val 6667"/>
            </a:avLst>
          </a:prstGeom>
          <a:solidFill>
            <a:srgbClr val="0B3FA8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468880"/>
            <a:ext cx="256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3127248"/>
            <a:ext cx="234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recompilada en semanas: strings y dominios nuevos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90824" y="2286000"/>
            <a:ext cx="2567864" cy="1645920"/>
          </a:xfrm>
          <a:prstGeom prst="roundRect">
            <a:avLst>
              <a:gd name="adj" fmla="val 6667"/>
            </a:avLst>
          </a:prstGeom>
          <a:solidFill>
            <a:srgbClr val="B4232A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90824" y="2468880"/>
            <a:ext cx="256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00552" y="3127248"/>
            <a:ext cx="234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cambiado basta para invalidar un hash exacto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2286000"/>
            <a:ext cx="2567864" cy="1645920"/>
          </a:xfrm>
          <a:prstGeom prst="roundRect">
            <a:avLst>
              <a:gd name="adj" fmla="val 6667"/>
            </a:avLst>
          </a:prstGeom>
          <a:solidFill>
            <a:srgbClr val="0E7A3C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33008" y="2468880"/>
            <a:ext cx="256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42736" y="3127248"/>
            <a:ext cx="234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sobreviven entre variantes: cabecera y mutex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75191" y="2286000"/>
            <a:ext cx="2567864" cy="1645920"/>
          </a:xfrm>
          <a:prstGeom prst="roundRect">
            <a:avLst>
              <a:gd name="adj" fmla="val 6667"/>
            </a:avLst>
          </a:prstGeom>
          <a:solidFill>
            <a:srgbClr val="6D1B7B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75191" y="2468880"/>
            <a:ext cx="256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84919" y="3127248"/>
            <a:ext cx="234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 el borrador de la regla; el analista la audita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es apuntar a lo que al actor le DUELE cambiar: la pirámide del dolor.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  ·  educación continua   |   Sesión 3 · Detección de variantes con IA (92-EAN)</a:t>
            </a:r>
            <a:pPr algn="l" indent="0" marL="0">
              <a:buNone/>
            </a:pPr>
            <a:pPr algn="l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pirámide del dolor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le cuesta cambiar al actor — ahí apunta tu regla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Barato de cambiar (frágil)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del binario: 1 byte y muere.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Dominios (.onion): rotan por campaña.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del core: una recompilación.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Firmas de un solo IOC caducan en semanas.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257800" cy="4023360"/>
          </a:xfrm>
          <a:prstGeom prst="roundRect">
            <a:avLst>
              <a:gd name="adj" fmla="val 2727"/>
            </a:avLst>
          </a:prstGeom>
          <a:solidFill>
            <a:srgbClr val="EAF7EF"/>
          </a:solidFill>
          <a:ln w="12700">
            <a:solidFill>
              <a:srgbClr val="0E7A3C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 de cambiar (estable)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237744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 de infección única: toca su lógica.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 del formato de cifrado (L3D!).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TTPs: borrar shadows, limpiar logs.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sobre esto sobreviven a la v3.1.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  ·  educación continua   |   Sesión 3 · Detección de variantes con IA (92-EAN)</a:t>
            </a:r>
            <a:pPr algn="l" indent="0" marL="0">
              <a:buNone/>
            </a:pPr>
            <a:pPr algn="l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 · anatomía de una regla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Firmas estáticas sobre archivos: texto, hex y lógica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0A2A6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470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bloques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autor, descripción, referencia CTI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strings: texto ($mutex) y hex ({ 4C 33 44 21 })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 la lógica que decide el disparo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valida con: yara -r -s regla.yar directorio/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257800" cy="3977640"/>
          </a:xfrm>
          <a:prstGeom prst="roundRect">
            <a:avLst>
              <a:gd name="adj" fmla="val 2759"/>
            </a:avLst>
          </a:prstGeom>
          <a:solidFill>
            <a:srgbClr val="EAF7EF"/>
          </a:solidFill>
          <a:ln w="12700">
            <a:solidFill>
              <a:srgbClr val="0E7A3C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691640"/>
            <a:ext cx="5257800" cy="868680"/>
          </a:xfrm>
          <a:prstGeom prst="roundRect">
            <a:avLst>
              <a:gd name="adj" fmla="val 12632"/>
            </a:avLst>
          </a:prstGeom>
          <a:solidFill>
            <a:srgbClr val="0E7A3C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470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del caso Locked3D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743200"/>
            <a:ext cx="4709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$magic = { 4C 33 44 21 } — cabecera L3D!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$core, $mutex, $nota — strings del informe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 $magic at 0 or 2 of (...)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Caza v3, v3.1 y la build empacada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52160" y="3383280"/>
            <a:ext cx="502920" cy="457200"/>
          </a:xfrm>
          <a:prstGeom prst="rightArrow">
            <a:avLst/>
          </a:prstGeom>
          <a:solidFill>
            <a:srgbClr val="9AA6B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  ·  educación continua   |   Sesión 3 · Detección de variantes con IA (92-EAN)</a:t>
            </a:r>
            <a:pPr algn="l" indent="0" marL="0">
              <a:buNone/>
            </a:pPr>
            <a:pPr algn="l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 condition es diseñar el error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 vs. precisión: tú eliges qué error pagar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'any of them' (floja)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 con un solo string cualquiera.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el runbook de TI que solo MENCIONA la nota.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positivo en producción = SOC a las 3 a.m.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sensible, nada confiable.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257800" cy="4023360"/>
          </a:xfrm>
          <a:prstGeom prst="roundRect">
            <a:avLst>
              <a:gd name="adj" fmla="val 2727"/>
            </a:avLst>
          </a:prstGeom>
          <a:solidFill>
            <a:srgbClr val="EAF7EF"/>
          </a:solidFill>
          <a:ln w="12700">
            <a:solidFill>
              <a:srgbClr val="0E7A3C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equilibrio del lab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237744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cabecera al offset 0 basta por sí sola.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cabecera: exige AL MENOS 2 señales (2 of).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falsos positivos y aún caza la empacada.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umbral es una decisión de costo.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  ·  educación continua   |   Sesión 3 · Detección de variantes con IA (92-EAN)</a:t>
            </a:r>
            <a:pPr algn="l" indent="0" marL="0">
              <a:buNone/>
            </a:pPr>
            <a:pPr algn="l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 · el YARA de los logs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el comportamiento que el ransomware no puede evitar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0A2A6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470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(.yml)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logsource: process_creation (Windows)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selecciones + condition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Modificadores: contains, endswith, |all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severidad para el SOC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257800" cy="3977640"/>
          </a:xfrm>
          <a:prstGeom prst="roundRect">
            <a:avLst>
              <a:gd name="adj" fmla="val 2759"/>
            </a:avLst>
          </a:prstGeom>
          <a:solidFill>
            <a:srgbClr val="EAF7EF"/>
          </a:solidFill>
          <a:ln w="12700">
            <a:solidFill>
              <a:srgbClr val="0E7A3C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691640"/>
            <a:ext cx="5257800" cy="868680"/>
          </a:xfrm>
          <a:prstGeom prst="roundRect">
            <a:avLst>
              <a:gd name="adj" fmla="val 12632"/>
            </a:avLst>
          </a:prstGeom>
          <a:solidFill>
            <a:srgbClr val="0E7A3C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470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regla, N SIEMs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743200"/>
            <a:ext cx="4709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 convert -t splunk regla.yml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Splunk, Elastic, Sentinel: el mismo YAML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SigmaHQ: miles de reglas comunitarias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 y validar &gt; reinventar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52160" y="3383280"/>
            <a:ext cx="502920" cy="457200"/>
          </a:xfrm>
          <a:prstGeom prst="rightArrow">
            <a:avLst/>
          </a:prstGeom>
          <a:solidFill>
            <a:srgbClr val="9AA6B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  ·  educación continua   |   Sesión 3 · Detección de variantes con IA (92-EAN)</a:t>
            </a:r>
            <a:pPr algn="l" indent="0" marL="0">
              <a:buNone/>
            </a:pPr>
            <a:pPr algn="l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ransomware TIENE que hacer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Inhibir tu recuperación (T1490) — justo ahí lo cazas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295802" cy="2103120"/>
          </a:xfrm>
          <a:prstGeom prst="roundRect">
            <a:avLst>
              <a:gd name="adj" fmla="val 3913"/>
            </a:avLst>
          </a:prstGeom>
          <a:solidFill>
            <a:srgbClr val="0A2A6B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373" y="2340864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2798064"/>
            <a:ext cx="3186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Borrar shadows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145536"/>
            <a:ext cx="31860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vssadmin delete shadows /all /quiet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954170" y="3099816"/>
            <a:ext cx="384048" cy="292608"/>
          </a:xfrm>
          <a:prstGeom prst="rightArrow">
            <a:avLst/>
          </a:prstGeom>
          <a:solidFill>
            <a:srgbClr val="9AA6B5"/>
          </a:solidFill>
          <a:ln/>
        </p:spPr>
      </p:sp>
      <p:sp>
        <p:nvSpPr>
          <p:cNvPr id="9" name="Shape 6"/>
          <p:cNvSpPr/>
          <p:nvPr/>
        </p:nvSpPr>
        <p:spPr>
          <a:xfrm>
            <a:off x="4447946" y="2194560"/>
            <a:ext cx="3295802" cy="2103120"/>
          </a:xfrm>
          <a:prstGeom prst="roundRect">
            <a:avLst>
              <a:gd name="adj" fmla="val 3913"/>
            </a:avLst>
          </a:prstGeom>
          <a:solidFill>
            <a:srgbClr val="0A6E8A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680" y="2340864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2810" y="2798064"/>
            <a:ext cx="3186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Romper el arranque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02810" y="3145536"/>
            <a:ext cx="31860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bcdedit /set {default} recoveryenabled No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853477" y="3099816"/>
            <a:ext cx="384048" cy="292608"/>
          </a:xfrm>
          <a:prstGeom prst="rightArrow">
            <a:avLst/>
          </a:prstGeom>
          <a:solidFill>
            <a:srgbClr val="9AA6B5"/>
          </a:solidFill>
          <a:ln/>
        </p:spPr>
      </p:sp>
      <p:sp>
        <p:nvSpPr>
          <p:cNvPr id="14" name="Shape 10"/>
          <p:cNvSpPr/>
          <p:nvPr/>
        </p:nvSpPr>
        <p:spPr>
          <a:xfrm>
            <a:off x="8347253" y="2194560"/>
            <a:ext cx="3295802" cy="2103120"/>
          </a:xfrm>
          <a:prstGeom prst="roundRect">
            <a:avLst>
              <a:gd name="adj" fmla="val 3913"/>
            </a:avLst>
          </a:prstGeom>
          <a:solidFill>
            <a:srgbClr val="0E7A3C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986" y="2340864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02117" y="2798064"/>
            <a:ext cx="3186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Limpiar logs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402117" y="3145536"/>
            <a:ext cx="31860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wevtutil cl System / Security (anti-forense)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40080" y="4572000"/>
            <a:ext cx="10927080" cy="1234440"/>
          </a:xfrm>
          <a:prstGeom prst="roundRect">
            <a:avLst>
              <a:gd name="adj" fmla="val 7407"/>
            </a:avLst>
          </a:prstGeom>
          <a:solidFill>
            <a:srgbClr val="FBF3E5"/>
          </a:solidFill>
          <a:ln w="12700">
            <a:solidFill>
              <a:srgbClr val="8A5A0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14400" y="48006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con el contexto:  el agente de backup usa vssadmin list/create a diario. La regla exige delete + shadows en el MISMO comando, o filtra la cuenta de backup. Distinguir, no prohibir.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  ·  educación continua   |   Sesión 3 · Detección de variantes con IA (92-EAN)</a:t>
            </a:r>
            <a:pPr algn="l" indent="0" marL="0">
              <a:buNone/>
            </a:pPr>
            <a:pPr algn="l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copiloto escribe la regla — tú la auditas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la IA + verdad del validador + criterio humano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295802" cy="2103120"/>
          </a:xfrm>
          <a:prstGeom prst="roundRect">
            <a:avLst>
              <a:gd name="adj" fmla="val 3913"/>
            </a:avLst>
          </a:prstGeom>
          <a:solidFill>
            <a:srgbClr val="0A2A6B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373" y="2340864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2798064"/>
            <a:ext cx="3186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LLM redacta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145536"/>
            <a:ext cx="31860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 YARA/Sigma desde el CTI, en segundos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954170" y="3099816"/>
            <a:ext cx="384048" cy="292608"/>
          </a:xfrm>
          <a:prstGeom prst="rightArrow">
            <a:avLst/>
          </a:prstGeom>
          <a:solidFill>
            <a:srgbClr val="9AA6B5"/>
          </a:solidFill>
          <a:ln/>
        </p:spPr>
      </p:sp>
      <p:sp>
        <p:nvSpPr>
          <p:cNvPr id="9" name="Shape 6"/>
          <p:cNvSpPr/>
          <p:nvPr/>
        </p:nvSpPr>
        <p:spPr>
          <a:xfrm>
            <a:off x="4447946" y="2194560"/>
            <a:ext cx="3295802" cy="2103120"/>
          </a:xfrm>
          <a:prstGeom prst="roundRect">
            <a:avLst>
              <a:gd name="adj" fmla="val 3913"/>
            </a:avLst>
          </a:prstGeom>
          <a:solidFill>
            <a:srgbClr val="0A6E8A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680" y="2340864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2810" y="2798064"/>
            <a:ext cx="3186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Banco valida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02810" y="3145536"/>
            <a:ext cx="31860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¿Compila? ¿Caza las 4? ¿0 FP? ¿IOCs reales?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853477" y="3099816"/>
            <a:ext cx="384048" cy="292608"/>
          </a:xfrm>
          <a:prstGeom prst="rightArrow">
            <a:avLst/>
          </a:prstGeom>
          <a:solidFill>
            <a:srgbClr val="9AA6B5"/>
          </a:solidFill>
          <a:ln/>
        </p:spPr>
      </p:sp>
      <p:sp>
        <p:nvSpPr>
          <p:cNvPr id="14" name="Shape 10"/>
          <p:cNvSpPr/>
          <p:nvPr/>
        </p:nvSpPr>
        <p:spPr>
          <a:xfrm>
            <a:off x="8347253" y="2194560"/>
            <a:ext cx="3295802" cy="2103120"/>
          </a:xfrm>
          <a:prstGeom prst="roundRect">
            <a:avLst>
              <a:gd name="adj" fmla="val 3913"/>
            </a:avLst>
          </a:prstGeom>
          <a:solidFill>
            <a:srgbClr val="0E7A3C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986" y="2340864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02117" y="2798064"/>
            <a:ext cx="3186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Tú decides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402117" y="3145536"/>
            <a:ext cx="31860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Iteras con feedback dirigido y apruebas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40080" y="4572000"/>
            <a:ext cx="10927080" cy="1234440"/>
          </a:xfrm>
          <a:prstGeom prst="roundRect">
            <a:avLst>
              <a:gd name="adj" fmla="val 7407"/>
            </a:avLst>
          </a:prstGeom>
          <a:solidFill>
            <a:srgbClr val="FBF3E5"/>
          </a:solidFill>
          <a:ln w="12700">
            <a:solidFill>
              <a:srgbClr val="8A5A0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14400" y="48006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Fallas típicas del borrador:  alucina IOCs que el informe no menciona, condiciones flojas (any of) o rígidas (AND que pierde la empacada). El validador manda, no el modelo. CTI sensible → modelo local.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  ·  educación continua   |   Sesión 3 · Detección de variantes con IA (92-EAN)</a:t>
            </a:r>
            <a:pPr algn="l" indent="0" marL="0">
              <a:buNone/>
            </a:pPr>
            <a:pPr algn="l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taller de hoy · tres partes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Locked3D: del informe CTI a las reglas validadas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0A2A6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470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1-2 · A mano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generar_dataset.py → muestras + logs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YARA: 4 variantes, 0 FP (trampa: runbook)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Sigma: vssadmin delete vs. backup legítimo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Ejercicio: la regla de wevtutil cl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257800" cy="3977640"/>
          </a:xfrm>
          <a:prstGeom prst="roundRect">
            <a:avLst>
              <a:gd name="adj" fmla="val 2759"/>
            </a:avLst>
          </a:prstGeom>
          <a:solidFill>
            <a:srgbClr val="EAF7EF"/>
          </a:solidFill>
          <a:ln w="12700">
            <a:solidFill>
              <a:srgbClr val="0E7A3C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691640"/>
            <a:ext cx="5257800" cy="868680"/>
          </a:xfrm>
          <a:prstGeom prst="roundRect">
            <a:avLst>
              <a:gd name="adj" fmla="val 12632"/>
            </a:avLst>
          </a:prstGeom>
          <a:solidFill>
            <a:srgbClr val="0E7A3C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470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Copiloto + auditoría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743200"/>
            <a:ext cx="4709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local redacta desde el informe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auditoría + banco de pruebas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Iterar con feedback dirigido (2-3 rondas)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 y cazar_en_logs.py son los jueces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52160" y="3383280"/>
            <a:ext cx="502920" cy="457200"/>
          </a:xfrm>
          <a:prstGeom prst="rightArrow">
            <a:avLst/>
          </a:prstGeom>
          <a:solidFill>
            <a:srgbClr val="9AA6B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  ·  educación continua   |   Sesión 3 · Detección de variantes con IA (92-EAN)</a:t>
            </a:r>
            <a:pPr algn="l" indent="0" marL="0">
              <a:buNone/>
            </a:pPr>
            <a:pPr algn="l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2918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· qué viene y qué alistar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— Bóveda inmutable (WORM)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Sesión 4 veremos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224028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que el ransomware no puede tocar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Object Lock (WORM) + restic / Borg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Inmutabilidad y versionado en la práctica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lab a AWS / Azure (Object Lock real)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Restaurar con confianza tras la detección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5166360" cy="4297680"/>
          </a:xfrm>
          <a:prstGeom prst="roundRect">
            <a:avLst>
              <a:gd name="adj" fmla="val 2553"/>
            </a:avLst>
          </a:prstGeom>
          <a:solidFill>
            <a:srgbClr val="0E7A3C"/>
          </a:solidFill>
          <a:ln/>
          <a:effectLst>
            <a:outerShdw sx="100000" sy="100000" kx="0" ky="0" algn="bl" rotWithShape="0" blurRad="101600" dist="38100" dir="5400000">
              <a:srgbClr val="8894A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debes traer listo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24028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 hoy funcionando (YARA + Sigma)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del kit al día (make check)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 actualizado (git pull)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local operativo o API configurada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Dudas de esta sesión resueltas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428232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  ·  educación continua   |   Sesión 3 · Detección de variantes con IA (92-EAN)</a:t>
            </a:r>
            <a:pPr algn="l" indent="0" marL="0">
              <a:buNone/>
            </a:pPr>
            <a:pPr algn="l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 antes del laboratorio?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290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337560"/>
            <a:ext cx="9509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para llevarse: las firmas de un archivo caducan; las reglas sobre lo que DUELE cambiar (formato, mutex, comportamiento) cazan a la familia. El LLM redacta — el banco de pruebas decide.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Jawy Andrés Romero Pinto   ·  Universidad Ean · Educación Continua · 92-EAN</a:t>
            </a:r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Universidad Ean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Jawy Andrés Romero Pinto</dc:creator>
  <cp:lastModifiedBy>Jawy Andrés Romero Pinto</cp:lastModifiedBy>
  <cp:revision>1</cp:revision>
  <dcterms:created xsi:type="dcterms:W3CDTF">2026-08-06T04:15:22Z</dcterms:created>
  <dcterms:modified xsi:type="dcterms:W3CDTF">2026-08-06T04:15:22Z</dcterms:modified>
</cp:coreProperties>
</file>